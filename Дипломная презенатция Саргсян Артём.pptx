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56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1556792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619672" y="335699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107504" y="6448251"/>
            <a:ext cx="248329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https://mkit.online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893F8-4092-4218-8C75-7C194A6321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20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107504" y="6453336"/>
            <a:ext cx="2483296" cy="36512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https://mkit.online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893F8-4092-4218-8C75-7C194A6321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1161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107504" y="6453336"/>
            <a:ext cx="248329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https://mkit.online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893F8-4092-4218-8C75-7C194A6321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9853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107504" y="6453336"/>
            <a:ext cx="248329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https://mkit.online</a:t>
            </a:r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893F8-4092-4218-8C75-7C194A6321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84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107504" y="6448251"/>
            <a:ext cx="248329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https://mkit.online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893F8-4092-4218-8C75-7C194A6321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463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107504" y="6448251"/>
            <a:ext cx="2483296" cy="36512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https://mkit.online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893F8-4092-4218-8C75-7C194A6321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6470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835696" y="980728"/>
            <a:ext cx="5372000" cy="353082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107504" y="6448251"/>
            <a:ext cx="2483296" cy="36512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https://mkit.online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893F8-4092-4218-8C75-7C194A6321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485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6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440" y="6225665"/>
            <a:ext cx="576064" cy="569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854952"/>
            <a:ext cx="8928992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7504" y="1916832"/>
            <a:ext cx="8928992" cy="39933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876256" y="6276763"/>
            <a:ext cx="2160240" cy="4673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0">
                <a:solidFill>
                  <a:schemeClr val="tx2"/>
                </a:solidFill>
              </a:defRPr>
            </a:lvl1pPr>
          </a:lstStyle>
          <a:p>
            <a:fld id="{7DEFE73D-BB22-4A46-B7FA-8F131B61E32A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29" name="Picture 5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Прямая соединительная линия 10"/>
          <p:cNvCxnSpPr/>
          <p:nvPr userDrawn="1"/>
        </p:nvCxnSpPr>
        <p:spPr>
          <a:xfrm>
            <a:off x="107504" y="6453336"/>
            <a:ext cx="849694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1" name="Picture 7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490383"/>
            <a:ext cx="1876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1573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7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04F97B-7BB4-4164-A3A5-0F7C5008B9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208015"/>
            <a:ext cx="7772400" cy="1752600"/>
          </a:xfrm>
        </p:spPr>
        <p:txBody>
          <a:bodyPr>
            <a:normAutofit fontScale="90000"/>
          </a:bodyPr>
          <a:lstStyle/>
          <a:p>
            <a:r>
              <a:rPr lang="ru-RU" dirty="0"/>
              <a:t>Разработка системы личных кабинетов пользователей образовательной организации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BF5CAAB-B404-4742-B88F-616B99CD77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205991"/>
            <a:ext cx="6400800" cy="1752600"/>
          </a:xfrm>
        </p:spPr>
        <p:txBody>
          <a:bodyPr>
            <a:normAutofit fontScale="92500"/>
          </a:bodyPr>
          <a:lstStyle/>
          <a:p>
            <a:pPr algn="l"/>
            <a:r>
              <a:rPr lang="ru-RU" dirty="0">
                <a:solidFill>
                  <a:schemeClr val="tx1"/>
                </a:solidFill>
              </a:rPr>
              <a:t>Студент: Саргсян Артём Хачатурович</a:t>
            </a:r>
          </a:p>
          <a:p>
            <a:pPr algn="l"/>
            <a:r>
              <a:rPr lang="ru-RU" dirty="0">
                <a:solidFill>
                  <a:schemeClr val="tx1"/>
                </a:solidFill>
              </a:rPr>
              <a:t>Руководитель: Корнеева Елена Викторовна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7812BC-5CD7-457F-8498-77558C0478AB}"/>
              </a:ext>
            </a:extLst>
          </p:cNvPr>
          <p:cNvSpPr txBox="1"/>
          <p:nvPr/>
        </p:nvSpPr>
        <p:spPr>
          <a:xfrm>
            <a:off x="8657439" y="6367244"/>
            <a:ext cx="302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2302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04F97B-7BB4-4164-A3A5-0F7C5008B9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6128" y="701115"/>
            <a:ext cx="5647888" cy="842459"/>
          </a:xfrm>
        </p:spPr>
        <p:txBody>
          <a:bodyPr>
            <a:normAutofit/>
          </a:bodyPr>
          <a:lstStyle/>
          <a:p>
            <a:r>
              <a:rPr lang="ru-RU" sz="4000" dirty="0"/>
              <a:t>Цель дипломной работы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BF5CAAB-B404-4742-B88F-616B99CD77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047" y="1609287"/>
            <a:ext cx="7465905" cy="3558331"/>
          </a:xfrm>
        </p:spPr>
        <p:txBody>
          <a:bodyPr>
            <a:normAutofit fontScale="70000" lnSpcReduction="20000"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разработать систему личных кабинетов аспирантуры ФГАНУ ЦИТИС;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обеспечить в единой защищённой веб-платформе управление успеваемостью и расписанием;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реализовать ведение индивидуальных образовательных маршрутов (этапы диссертации) с прикреплением отчётов;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предоставить встроенную коммуникацию (защищённый чат + обмен файлами);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автоматизировать формирование отчётности для администрации.</a:t>
            </a:r>
          </a:p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7812BC-5CD7-457F-8498-77558C0478AB}"/>
              </a:ext>
            </a:extLst>
          </p:cNvPr>
          <p:cNvSpPr txBox="1"/>
          <p:nvPr/>
        </p:nvSpPr>
        <p:spPr>
          <a:xfrm>
            <a:off x="8657439" y="6367244"/>
            <a:ext cx="302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2675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04F97B-7BB4-4164-A3A5-0F7C5008B9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7087" y="701116"/>
            <a:ext cx="4349826" cy="783735"/>
          </a:xfrm>
        </p:spPr>
        <p:txBody>
          <a:bodyPr>
            <a:normAutofit/>
          </a:bodyPr>
          <a:lstStyle/>
          <a:p>
            <a:r>
              <a:rPr lang="ru-RU" sz="4000" dirty="0"/>
              <a:t>Страница входа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7812BC-5CD7-457F-8498-77558C0478AB}"/>
              </a:ext>
            </a:extLst>
          </p:cNvPr>
          <p:cNvSpPr txBox="1"/>
          <p:nvPr/>
        </p:nvSpPr>
        <p:spPr>
          <a:xfrm>
            <a:off x="8657439" y="6367244"/>
            <a:ext cx="302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4C80A36-0CB8-4F64-994C-29E1D1A661E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54780" y="1953999"/>
            <a:ext cx="8634440" cy="414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707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04F97B-7BB4-4164-A3A5-0F7C5008B9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739" y="749883"/>
            <a:ext cx="6262516" cy="1661020"/>
          </a:xfrm>
        </p:spPr>
        <p:txBody>
          <a:bodyPr>
            <a:normAutofit fontScale="90000"/>
          </a:bodyPr>
          <a:lstStyle/>
          <a:p>
            <a:r>
              <a:rPr lang="ru-RU" dirty="0"/>
              <a:t>Личный кабинет аспиранта: вкладка «Обзор»</a:t>
            </a:r>
            <a:br>
              <a:rPr lang="ru-RU" b="1" dirty="0"/>
            </a:b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7812BC-5CD7-457F-8498-77558C0478AB}"/>
              </a:ext>
            </a:extLst>
          </p:cNvPr>
          <p:cNvSpPr txBox="1"/>
          <p:nvPr/>
        </p:nvSpPr>
        <p:spPr>
          <a:xfrm>
            <a:off x="8657439" y="6367244"/>
            <a:ext cx="302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ADC50A-E2FE-49C1-AC72-5CF52A01A4B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12543" y="1932731"/>
            <a:ext cx="8718914" cy="417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73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7812BC-5CD7-457F-8498-77558C0478AB}"/>
              </a:ext>
            </a:extLst>
          </p:cNvPr>
          <p:cNvSpPr txBox="1"/>
          <p:nvPr/>
        </p:nvSpPr>
        <p:spPr>
          <a:xfrm>
            <a:off x="8657439" y="6367244"/>
            <a:ext cx="302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4B99610-CCD1-4BEF-B1F5-C442700D814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71717" y="1893629"/>
            <a:ext cx="8800565" cy="421448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1F4D261B-E68D-4C6F-A948-9FE6E47DAC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739" y="749883"/>
            <a:ext cx="6262516" cy="1661020"/>
          </a:xfrm>
        </p:spPr>
        <p:txBody>
          <a:bodyPr>
            <a:normAutofit fontScale="90000"/>
          </a:bodyPr>
          <a:lstStyle/>
          <a:p>
            <a:r>
              <a:rPr lang="ru-RU" dirty="0"/>
              <a:t>Личный кабинет аспиранта: вкладка «Обзор»</a:t>
            </a:r>
            <a:br>
              <a:rPr lang="ru-RU" b="1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0724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04F97B-7BB4-4164-A3A5-0F7C5008B9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BF5CAAB-B404-4742-B88F-616B99CD77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7812BC-5CD7-457F-8498-77558C0478AB}"/>
              </a:ext>
            </a:extLst>
          </p:cNvPr>
          <p:cNvSpPr txBox="1"/>
          <p:nvPr/>
        </p:nvSpPr>
        <p:spPr>
          <a:xfrm>
            <a:off x="8657439" y="6367244"/>
            <a:ext cx="302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3890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04F97B-7BB4-4164-A3A5-0F7C5008B9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BF5CAAB-B404-4742-B88F-616B99CD77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7812BC-5CD7-457F-8498-77558C0478AB}"/>
              </a:ext>
            </a:extLst>
          </p:cNvPr>
          <p:cNvSpPr txBox="1"/>
          <p:nvPr/>
        </p:nvSpPr>
        <p:spPr>
          <a:xfrm>
            <a:off x="8657439" y="6367244"/>
            <a:ext cx="302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1167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04F97B-7BB4-4164-A3A5-0F7C5008B9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BF5CAAB-B404-4742-B88F-616B99CD77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7812BC-5CD7-457F-8498-77558C0478AB}"/>
              </a:ext>
            </a:extLst>
          </p:cNvPr>
          <p:cNvSpPr txBox="1"/>
          <p:nvPr/>
        </p:nvSpPr>
        <p:spPr>
          <a:xfrm>
            <a:off x="8657439" y="6367244"/>
            <a:ext cx="302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9782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04F97B-7BB4-4164-A3A5-0F7C5008B9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BF5CAAB-B404-4742-B88F-616B99CD77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7812BC-5CD7-457F-8498-77558C0478AB}"/>
              </a:ext>
            </a:extLst>
          </p:cNvPr>
          <p:cNvSpPr txBox="1"/>
          <p:nvPr/>
        </p:nvSpPr>
        <p:spPr>
          <a:xfrm>
            <a:off x="8657439" y="6367244"/>
            <a:ext cx="302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3126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04F97B-7BB4-4164-A3A5-0F7C5008B9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BF5CAAB-B404-4742-B88F-616B99CD77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7812BC-5CD7-457F-8498-77558C0478AB}"/>
              </a:ext>
            </a:extLst>
          </p:cNvPr>
          <p:cNvSpPr txBox="1"/>
          <p:nvPr/>
        </p:nvSpPr>
        <p:spPr>
          <a:xfrm>
            <a:off x="8598717" y="6367244"/>
            <a:ext cx="4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1624487"/>
      </p:ext>
    </p:extLst>
  </p:cSld>
  <p:clrMapOvr>
    <a:masterClrMapping/>
  </p:clrMapOvr>
</p:sld>
</file>

<file path=ppt/theme/theme1.xml><?xml version="1.0" encoding="utf-8"?>
<a:theme xmlns:a="http://schemas.openxmlformats.org/drawingml/2006/main" name="МКИТ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МКИТ</Template>
  <TotalTime>61</TotalTime>
  <Words>97</Words>
  <Application>Microsoft Office PowerPoint</Application>
  <PresentationFormat>Экран (4:3)</PresentationFormat>
  <Paragraphs>22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МКИТ</vt:lpstr>
      <vt:lpstr>Разработка системы личных кабинетов пользователей образовательной организации</vt:lpstr>
      <vt:lpstr>Цель дипломной работы</vt:lpstr>
      <vt:lpstr>Страница входа</vt:lpstr>
      <vt:lpstr>Личный кабинет аспиранта: вкладка «Обзор» </vt:lpstr>
      <vt:lpstr>Личный кабинет аспиранта: вкладка «Обзор»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системы личных кабинетов пользователей образовательной организации</dc:title>
  <dc:creator>Саргсян Артём Хачатурович</dc:creator>
  <cp:lastModifiedBy>Саргсян Артём Хачатурович</cp:lastModifiedBy>
  <cp:revision>4</cp:revision>
  <dcterms:created xsi:type="dcterms:W3CDTF">2026-06-08T10:16:27Z</dcterms:created>
  <dcterms:modified xsi:type="dcterms:W3CDTF">2026-06-08T11:17:58Z</dcterms:modified>
</cp:coreProperties>
</file>